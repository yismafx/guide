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0000"/>
                </a:solidFill>
              </a:rPr>
              <a:t>Trading Algorítmico Aumentado con IA Generativa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Módulo 0: Introducción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Por: Yismary Quintero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0000"/>
                </a:solidFill>
              </a:rPr>
              <a:t>Objetivos del Curso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2286000"/>
            <a:ext cx="73152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Comprender los fundamentos del trading algorítmico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Integrar IA Generativa en estrategias de trading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Desarrollar sistemas de trading automatizados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Aplicar técnicas de análisis de datos financieros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0000"/>
                </a:solidFill>
              </a:rPr>
              <a:t>¿Qué es el Trading Algorítmico?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El trading algorítmico es el uso de programas informáticos para ejecutar órdenes de compra y venta en los mercados financieros de forma automatizada.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0000"/>
                </a:solidFill>
              </a:rPr>
              <a:t>Componentes del Trading Algorítmico</a:t>
            </a:r>
            <a:endParaRPr lang="en-US" sz="4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0000"/>
                </a:solidFill>
              </a:rPr>
              <a:t>IA Generativa en Trading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La Inteligencia Artificial Generativa está revolucionando el trading algorítmico al permitir: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2834640"/>
            <a:ext cx="73152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Análisis de sentimiento de noticias y redes sociales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Generación de estrategias de trading innovadoras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Predicción de movimientos de mercado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Optimización automática de parámetros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0000"/>
                </a:solidFill>
              </a:rPr>
              <a:t>Herramientas Principales</a:t>
            </a:r>
            <a:endParaRPr lang="en-US" sz="4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0000"/>
                </a:solidFill>
              </a:rPr>
              <a:t>Proceso de Desarrollo de Estrategias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2286000"/>
            <a:ext cx="73152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Definir la hipótesis de trading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Recopilar y preparar los datos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Implementar la estrategia en código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Realizar backtesting riguroso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Optimizar parámetros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Validar en datos fuera de muestra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Implementar en entorno real (paper trading)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0000"/>
                </a:solidFill>
              </a:rPr>
              <a:t>Riesgos y Consideraciones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⚠️ Factores de Riesgo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2286000"/>
            <a:ext cx="73152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Overfitting: ajustar demasiado a datos históricos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Costos de transacción no considerados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Slippage: diferencia entre precio esperado y ejecutado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Riesgo de mercado y volatilidad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Fallos técnicos del sistema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Cambios regulatorios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0000"/>
                </a:solidFill>
              </a:rPr>
              <a:t>Ejemplo: Estrategia Simple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Estrategia de cruces de medias móviles: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0000"/>
                </a:solidFill>
              </a:rPr>
              <a:t>Métricas de Performance</a:t>
            </a:r>
            <a:endParaRPr lang="en-US" sz="4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0000"/>
                </a:solidFill>
              </a:rPr>
              <a:t>Machine Learning en Trading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🤖 Aplicaciones de ML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2286000"/>
            <a:ext cx="73152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Predicción de precios (Regresión)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Clasificación de tendencias (Alcista/Bajista)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Detección de anomalías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Clustering de patrones de mercado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Reinforcement Learning para estrategias adaptativas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0000"/>
                </a:solidFill>
              </a:rPr>
              <a:t>Roadmap del Curso</a:t>
            </a:r>
            <a:endParaRPr lang="en-US" sz="4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0000"/>
                </a:solidFill>
              </a:rPr>
              <a:t>Recursos Recomendados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2286000"/>
            <a:ext cx="73152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Algorithmic Trading by Ernest Chan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Python for Finance by Yves Hilpisch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Advances in Financial ML by Marcos López de Prado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2286000"/>
            <a:ext cx="73152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QuantConnect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Alpaca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Interactive Brokers API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Binance API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14400" y="2286000"/>
            <a:ext cx="73152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Yahoo Finance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Alpha Vantage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Quandl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CryptoCompare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2286000"/>
            <a:ext cx="73152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QuantConnect Forums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r/algotrading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Stack Exchange - Quantitative Finance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0000"/>
                </a:solidFill>
              </a:rPr>
              <a:t>Mejores Prácticas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2286000"/>
            <a:ext cx="73152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Siempre validar con datos fuera de muestra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Documentar todas las decisiones y cambios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Implementar gestión de riesgo robusta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Monitorear constantemente el rendimiento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Mantener un diario de trading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Comenzar con capital pequeño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Diversificar estrategias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Mantenerse actualizado con el mercado</a:t>
            </a:r>
            <a:endParaRPr 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0000"/>
                </a:solidFill>
              </a:rPr>
              <a:t>Preguntas Frecuentes</a:t>
            </a:r>
            <a:endParaRPr lang="en-US" sz="4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0000"/>
                </a:solidFill>
              </a:rPr>
              <a:t>¡Gracias!</a:t>
            </a:r>
            <a:endParaRPr lang="en-US" sz="4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Trading Algoritmico Aumentado con IA Generativa - Modulo 0</dc:title>
  <dc:subject>Trading Algoritmico con IA</dc:subject>
  <dc:creator>Yismary Quintero</dc:creator>
  <cp:lastModifiedBy>Yismary Quintero</cp:lastModifiedBy>
  <cp:revision>1</cp:revision>
  <dcterms:created xsi:type="dcterms:W3CDTF">2025-10-29T00:41:04Z</dcterms:created>
  <dcterms:modified xsi:type="dcterms:W3CDTF">2025-10-29T00:41:04Z</dcterms:modified>
</cp:coreProperties>
</file>